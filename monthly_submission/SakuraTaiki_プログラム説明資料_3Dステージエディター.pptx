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89f805524f44b52" /><Relationship Type="http://schemas.openxmlformats.org/officeDocument/2006/relationships/extended-properties" Target="/docProps/app.xml" Id="Rbe7b54b803a44605" /><Relationship Type="http://schemas.openxmlformats.org/officeDocument/2006/relationships/officeDocument" Target="/ppt/presentation.xml" Id="Rae60afe2b7e9463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4b3ffb9b3eb4cca"/>
  </p:sldMasterIdLst>
  <p:notesMasterIdLst>
    <p:notesMasterId xmlns:r="http://schemas.openxmlformats.org/officeDocument/2006/relationships" r:id="R5f3ac645148b4f53"/>
  </p:notesMasterIdLst>
  <p:sldIdLst>
    <p:sldId xmlns:r="http://schemas.openxmlformats.org/officeDocument/2006/relationships" id="256" r:id="Rebededd9ea594ec3"/>
    <p:sldId xmlns:r="http://schemas.openxmlformats.org/officeDocument/2006/relationships" id="257" r:id="R0c792ea8b4194db4"/>
    <p:sldId xmlns:r="http://schemas.openxmlformats.org/officeDocument/2006/relationships" id="258" r:id="R2d6834a3ad6b4468"/>
    <p:sldId xmlns:r="http://schemas.openxmlformats.org/officeDocument/2006/relationships" id="259" r:id="R496cd4102f3b423e"/>
    <p:sldId xmlns:r="http://schemas.openxmlformats.org/officeDocument/2006/relationships" id="260" r:id="R536485d5f4ca434b"/>
    <p:sldId xmlns:r="http://schemas.openxmlformats.org/officeDocument/2006/relationships" id="261" r:id="R754be768f0d549a6"/>
    <p:sldId xmlns:r="http://schemas.openxmlformats.org/officeDocument/2006/relationships" id="262" r:id="Rf8e9162ef0124e54"/>
    <p:sldId xmlns:r="http://schemas.openxmlformats.org/officeDocument/2006/relationships" id="263" r:id="R8ee1d9bbb1694a3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9ea219dae4144ba" /><Relationship Type="http://schemas.openxmlformats.org/officeDocument/2006/relationships/slideMaster" Target="/ppt/slideMasters/slideMaster1.xml" Id="R94b3ffb9b3eb4cca" /><Relationship Type="http://schemas.openxmlformats.org/officeDocument/2006/relationships/notesMaster" Target="/ppt/notesMasters/notesMaster1.xml" Id="R5f3ac645148b4f53" /><Relationship Type="http://schemas.openxmlformats.org/officeDocument/2006/relationships/presProps" Target="/ppt/presProps.xml" Id="Rb364c6910b874a5d" /><Relationship Type="http://schemas.openxmlformats.org/officeDocument/2006/relationships/tableStyles" Target="/ppt/tableStyles.xml" Id="R5f084aed349e4cbf" /><Relationship Type="http://schemas.openxmlformats.org/officeDocument/2006/relationships/slide" Target="/ppt/slides/slide1.xml" Id="Rebededd9ea594ec3" /><Relationship Type="http://schemas.openxmlformats.org/officeDocument/2006/relationships/slide" Target="/ppt/slides/slide2.xml" Id="R0c792ea8b4194db4" /><Relationship Type="http://schemas.openxmlformats.org/officeDocument/2006/relationships/slide" Target="/ppt/slides/slide3.xml" Id="R2d6834a3ad6b4468" /><Relationship Type="http://schemas.openxmlformats.org/officeDocument/2006/relationships/slide" Target="/ppt/slides/slide4.xml" Id="R496cd4102f3b423e" /><Relationship Type="http://schemas.openxmlformats.org/officeDocument/2006/relationships/slide" Target="/ppt/slides/slide5.xml" Id="R536485d5f4ca434b" /><Relationship Type="http://schemas.openxmlformats.org/officeDocument/2006/relationships/slide" Target="/ppt/slides/slide6.xml" Id="R754be768f0d549a6" /><Relationship Type="http://schemas.openxmlformats.org/officeDocument/2006/relationships/slide" Target="/ppt/slides/slide7.xml" Id="Rf8e9162ef0124e54" /><Relationship Type="http://schemas.openxmlformats.org/officeDocument/2006/relationships/slide" Target="/ppt/slides/slide8.xml" Id="R8ee1d9bbb1694a3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57fe0b352e94e5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8e2d7aa8524b86" /><Relationship Type="http://schemas.openxmlformats.org/officeDocument/2006/relationships/notesMaster" Target="/ppt/notesMasters/notesMaster1.xml" Id="R947d364a0c41435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b75c63f728b4634" /><Relationship Type="http://schemas.openxmlformats.org/officeDocument/2006/relationships/notesMaster" Target="/ppt/notesMasters/notesMaster1.xml" Id="Rc85411591dd1417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7bb8db04d540d5" /><Relationship Type="http://schemas.openxmlformats.org/officeDocument/2006/relationships/notesMaster" Target="/ppt/notesMasters/notesMaster1.xml" Id="R54d1037cb9d043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7bc869cf6b4c7e" /><Relationship Type="http://schemas.openxmlformats.org/officeDocument/2006/relationships/notesMaster" Target="/ppt/notesMasters/notesMaster1.xml" Id="R5af483e9f1264bc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8b82e62fb44b3a" /><Relationship Type="http://schemas.openxmlformats.org/officeDocument/2006/relationships/notesMaster" Target="/ppt/notesMasters/notesMaster1.xml" Id="Re6d23917a5dc4fc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8767f470705492f" /><Relationship Type="http://schemas.openxmlformats.org/officeDocument/2006/relationships/notesMaster" Target="/ppt/notesMasters/notesMaster1.xml" Id="Rad20f4ee57fa429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c87c6d18fd4564" /><Relationship Type="http://schemas.openxmlformats.org/officeDocument/2006/relationships/notesMaster" Target="/ppt/notesMasters/notesMaster1.xml" Id="Rfbb9cb44224148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d802029498434d" /><Relationship Type="http://schemas.openxmlformats.org/officeDocument/2006/relationships/notesMaster" Target="/ppt/notesMasters/notesMaster1.xml" Id="R4518a11a09fd4d4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project source code and gameplay capture.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77ed3d6eb8417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dd77b8e98bc4d08" /><Relationship Type="http://schemas.openxmlformats.org/officeDocument/2006/relationships/slideLayout" Target="/ppt/slideLayouts/slideLayout1.xml" Id="R81cde8757c964cd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1cde8757c964cd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525b490f4c4703" /><Relationship Type="http://schemas.openxmlformats.org/officeDocument/2006/relationships/image" Target="/ppt/media/image.png" Id="Rd991eb27314d4a90" /><Relationship Type="http://schemas.openxmlformats.org/officeDocument/2006/relationships/notesSlide" Target="/ppt/notesSlides/notesSlide1.xml" Id="R84d2a23e254e465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45876f20b4c0c" /><Relationship Type="http://schemas.openxmlformats.org/officeDocument/2006/relationships/notesSlide" Target="/ppt/notesSlides/notesSlide2.xml" Id="Ra822acc2fb5448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88fe0509a94b19" /><Relationship Type="http://schemas.openxmlformats.org/officeDocument/2006/relationships/notesSlide" Target="/ppt/notesSlides/notesSlide3.xml" Id="R52b762756c5e4d5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bb0cd24ba0b4969" /><Relationship Type="http://schemas.openxmlformats.org/officeDocument/2006/relationships/notesSlide" Target="/ppt/notesSlides/notesSlide4.xml" Id="R6303d36306bd45e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7f3aba17a34e61" /><Relationship Type="http://schemas.openxmlformats.org/officeDocument/2006/relationships/notesSlide" Target="/ppt/notesSlides/notesSlide5.xml" Id="R097df78129404a6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744cc3a28464d" /><Relationship Type="http://schemas.openxmlformats.org/officeDocument/2006/relationships/notesSlide" Target="/ppt/notesSlides/notesSlide6.xml" Id="R1c471ea3d6ec42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441abf365c47bc" /><Relationship Type="http://schemas.openxmlformats.org/officeDocument/2006/relationships/notesSlide" Target="/ppt/notesSlides/notesSlide7.xml" Id="R203be253042d47b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b142cdce9a4eba" /><Relationship Type="http://schemas.openxmlformats.org/officeDocument/2006/relationships/notesSlide" Target="/ppt/notesSlides/notesSlide8.xml" Id="Rca907d536b1f4f2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9525B2-9B5C-47F1-A052-F4B4DFEF5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PROGRAM DESIGN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4DDC3-D2BA-4D87-9F0A-3674CE06F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66675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3D Stage Editor</a:t>
            </a:r>
          </a:p>
          <a:p xmlns:a="http://schemas.openxmlformats.org/drawingml/2006/main">
            <a:pPr algn="l">
              <a:defRPr sz="43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43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プログラム説明資料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A17C9A-CE3F-4AEA-BB8E-57B4C099D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3714750"/>
            <a:ext cx="5715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C++ / DirectX 12 / ImGui / JSON</a:t>
            </a:r>
          </a:p>
        </p:txBody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91eb27314d4a90"/>
          <a:srcRect xmlns:a="http://schemas.openxmlformats.org/drawingml/2006/main" l="26232" t="0" r="2623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762000"/>
            <a:ext cx="4552950" cy="5048250"/>
          </a:xfrm>
          <a:prstGeom xmlns:a="http://schemas.openxmlformats.org/drawingml/2006/main" prst="roundRect">
            <a:avLst>
              <a:gd name="adj" fmla="val 251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1D9E60-F158-4B99-B601-EF10B4355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" y="581025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Sakura Taiki</a:t>
            </a:r>
          </a:p>
        </p:txBody>
      </p:sp>
    </p:spTree>
    <p:extLst>
      <p:ext uri="{BB962C8B-B14F-4D97-AF65-F5344CB8AC3E}">
        <p14:creationId xmlns:p14="http://schemas.microsoft.com/office/powerpoint/2010/main" val="170168238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DEFDBF-581F-4928-BD35-83B144B3C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StageEditorが編集状態を一元管理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8CC792-44EE-4BB5-A76F-898DA23D2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23AA4-89C0-447F-84AE-40E5970D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943BD3-48B5-4EEE-9AF4-F548C474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28600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724D1-3BB4-4DF8-A074-B873A84A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476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EE550-FDC1-4F1C-8EDA-89A4B62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29051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キー入力 / ImGui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A8CD08-82CE-4935-A723-CB094E56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266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F87E11-F163-4AF9-86F3-2149E079A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228600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E7D5BE0-7FD2-49AA-8D77-64CC79534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476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STAGE EDITOR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419C8B-8C0D-4CCA-A7D3-1A9FFA873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29051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712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選択・配置・履歴・保存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3E462A3-23C2-4F58-850C-3E96A376E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6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AE2293-83D0-40A3-9EE6-B1D7148FF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28600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625613-9E9D-4478-BF8F-51547EFE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476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OBJECT3D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8413351-AA08-4F01-8464-EDDAFB11D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051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生成・更新・描画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1BAE41-2C6E-4A69-9F86-A441AFCEA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67000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74091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43A3C5-5EDA-4653-BF2F-50711603C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286000"/>
            <a:ext cx="2381250" cy="1238250"/>
          </a:xfrm>
          <a:prstGeom xmlns:a="http://schemas.openxmlformats.org/drawingml/2006/main" prst="roundRect">
            <a:avLst>
              <a:gd name="adj" fmla="val 923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1C47BC4-3176-4CF4-8D49-A0F7DF7E2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4765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5B6472"/>
                </a:solidFill>
                <a:latin typeface="Arial"/>
                <a:ea typeface="Arial"/>
                <a:cs typeface="Arial"/>
              </a:rPr>
              <a:t>JSON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AACD5B-24E8-42A7-B0D6-E1D935F1D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905125"/>
            <a:ext cx="2038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8097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5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ステージ / プレイリスト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775B35-6087-4A0B-881F-89CE56CEA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476750"/>
            <a:ext cx="11144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編集ロジックをGameSceneから分離し、配置データを描画オブジェクトとファイルへ橋渡しする。</a:t>
            </a:r>
          </a:p>
        </p:txBody>
      </p:sp>
    </p:spTree>
    <p:extLst>
      <p:ext uri="{BB962C8B-B14F-4D97-AF65-F5344CB8AC3E}">
        <p14:creationId xmlns:p14="http://schemas.microsoft.com/office/powerpoint/2010/main" val="32437001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33B7A9-A1BE-4408-9556-A7AED6AF0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定義と配置を分けてデータ駆動にする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4ECBD2-7AB9-4DCA-8FA8-DA723CA7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2DB55-5E17-400E-BED0-CAD2CCA16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A86EFE-D3C4-40B2-9647-B9DD032A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14350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6C2895-C972-4AE2-B585-8B02B4A5F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476250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struct ItemDefinition {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int id;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Category category;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const char* modelFile;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Vector4 color;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Vector3 defaultScale;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6BB982-74DB-4E5B-A804-C8800C235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476375"/>
            <a:ext cx="5543550" cy="3429000"/>
          </a:xfrm>
          <a:prstGeom xmlns:a="http://schemas.openxmlformats.org/drawingml/2006/main" prst="roundRect">
            <a:avLst>
              <a:gd name="adj" fmla="val 333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E5786-B960-4140-A36C-E3301D0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09725"/>
            <a:ext cx="5162550" cy="3162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struct Placement {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uint32_t id;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int itemId;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Vector3 position, rotation, scale;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int variant;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Vector3 moveOffset;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};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346BCD-7E61-44DA-88F6-9DA4FC167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91125"/>
            <a:ext cx="5143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677FF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677FF"/>
                </a:solidFill>
                <a:latin typeface="Yu Gothic"/>
                <a:ea typeface="Yu Gothic"/>
                <a:cs typeface="Yu Gothic"/>
              </a:rPr>
              <a:t>種類ごとの固定情報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442F9-DF02-4912-8FE6-D09114EC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5191125"/>
            <a:ext cx="5543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A6A6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00A6A6"/>
                </a:solidFill>
                <a:latin typeface="Yu Gothic"/>
                <a:ea typeface="Yu Gothic"/>
                <a:cs typeface="Yu Gothic"/>
              </a:rPr>
              <a:t>ステージごとに変化する情報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A1A90D-BED3-4A25-A01C-6294A041C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57875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モデル情報を重複保存せず、itemIdで関連付ける。</a:t>
            </a:r>
          </a:p>
        </p:txBody>
      </p:sp>
    </p:spTree>
    <p:extLst>
      <p:ext uri="{BB962C8B-B14F-4D97-AF65-F5344CB8AC3E}">
        <p14:creationId xmlns:p14="http://schemas.microsoft.com/office/powerpoint/2010/main" val="17750876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A15A4D-CF03-4DF1-AE19-B8F4D015B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入力はEditorモードかつGameView上でだけ処理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EA07AD-C393-4A2A-97FD-8FFEA518A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931DEB-1149-459C-BE8D-133C64D15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40D3B1-EBAB-4038-9119-BC719F52D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334000" cy="3905250"/>
          </a:xfrm>
          <a:prstGeom xmlns:a="http://schemas.openxmlformats.org/drawingml/2006/main" prst="roundRect">
            <a:avLst>
              <a:gd name="adj" fmla="val 292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06B2F0-34AA-48BD-B0DF-37EDC753D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4953000" cy="3638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if (mode_ != Mode::Editor ||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  !gameViewHovered_ || io.WantTextInput) return;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WASD : X / Y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Q・E  : Z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Enter : Place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R     : Rotate Y 90°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Ctrl+Z / Ctrl+Y : Undo / Redo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0D3362-0212-46BE-B66F-841E32AAB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478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171109-7000-46C8-B31E-77DB9E30C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526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ゲーム操作との入力競合を防止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DF06D4-AEEE-4CBE-9100-B06FFB99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90512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4A630B-FCE8-4FB3-8E8C-51CF5A9A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80987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テキスト入力中の誤配置を防止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697A21C-303F-411D-AE31-DAB33AB8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623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6F50D5-BE4C-4813-9EDF-AA614A1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67125"/>
            <a:ext cx="4495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座標をステージ範囲内へclamp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E18B2C-276C-4E9C-A208-2AEBC060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762500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編集可能な文脈を先に判定することで、同じキーを安全に共用。</a:t>
            </a:r>
          </a:p>
        </p:txBody>
      </p:sp>
    </p:spTree>
    <p:extLst>
      <p:ext uri="{BB962C8B-B14F-4D97-AF65-F5344CB8AC3E}">
        <p14:creationId xmlns:p14="http://schemas.microsoft.com/office/powerpoint/2010/main" val="188442242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F7C364-81ED-4D7B-90E7-47EA3E2EE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配置データからObject3dを再構築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177B5D6-0CC4-41EB-96C5-3E086D019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EF08E3-584F-43B7-849E-7A9BB029F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B89B1-E87B-4256-B302-AA3DD00AE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480378-3428-4A6D-91F0-E0CB0967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14287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Placement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A215FFE-6D59-4663-A6FF-62E4616C5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座標・回転・拡縮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0737BF-6E83-414D-974A-FB5F11360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812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0F11D7-E6A7-4D7A-86D6-8DC71D2AD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955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D694A0F-DA04-4794-B9B3-44D6F8AB3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24955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FindItem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BB575A-D515-493C-B21E-9BEEDECC4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955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モデル・色を参照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FBED9A7-F033-4138-9700-B3890FCB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22E2C1-34B4-4610-9806-8A847096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5623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6611D-CF3A-4FC2-B52F-E05BBE665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5623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CreateObject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A6B7A1-AC80-40E1-B0F4-488400525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5623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Object3dを初期化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C5779-FED7-4CDF-86CB-97B42B79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19050" cy="428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EE7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B6D6E9-3666-4604-997C-13737F9E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629150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9216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12E52A-4FAA-4FE2-ABF8-4DA02384B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629150"/>
            <a:ext cx="2476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Draw3D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6515D-B97D-4607-BD67-F1127EF7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629150"/>
            <a:ext cx="723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配置物とカーソルを描画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0FB63-D252-4FC2-89B5-E6F9119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10250"/>
            <a:ext cx="113919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読込・Undo後はRebuildObjects()で表示状態を配置データへ同期する。</a:t>
            </a:r>
          </a:p>
        </p:txBody>
      </p:sp>
    </p:spTree>
    <p:extLst>
      <p:ext uri="{BB962C8B-B14F-4D97-AF65-F5344CB8AC3E}">
        <p14:creationId xmlns:p14="http://schemas.microsoft.com/office/powerpoint/2010/main" val="129041578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3644AB-1840-4D23-B582-AD4A024D3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Snapshotで最大100手のUndo / Redo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284D5C-4A06-4CC2-A021-EB520957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827630-B7D3-4558-B8CD-4DB3CC6C9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8821EE-93CB-4B45-9BE5-CA5F4C046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24000"/>
            <a:ext cx="5619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E390F-D799-45A8-A1E5-EB7D29A27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57350"/>
            <a:ext cx="5238750" cy="3448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struct Snapshot {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std::vector&lt;Placement&gt; placements;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uint32_t nextId;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};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Place / Remove / Rotate の直前に PushUndo();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Undo時は現在状態をredoStackへ退避。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C56202-45CF-47F5-9DC3-1F8A312C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62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5B6472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5B6472"/>
                </a:solidFill>
                <a:latin typeface="Yu Gothic"/>
                <a:ea typeface="Yu Gothic"/>
                <a:cs typeface="Yu Gothic"/>
              </a:rPr>
              <a:t>編集前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B3BA13-7E0B-4902-BE38-4BD9C5866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762125"/>
            <a:ext cx="57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84524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7B0DB2B-401C-4239-B2FE-1DB556291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6212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6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CE9494-4EA9-454D-922B-104B280D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765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AF3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070697-DE1C-435D-B4C3-24A532EB3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619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E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F84E7D-1A45-4CE7-A6E8-32182CB1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622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677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677FF"/>
                </a:solidFill>
                <a:latin typeface="Consolas"/>
                <a:ea typeface="Consolas"/>
                <a:cs typeface="Consolas"/>
              </a:rPr>
              <a:t>placements</a:t>
            </a:r>
          </a:p>
          <a:p xmlns:a="http://schemas.openxmlformats.org/drawingml/2006/main">
            <a:pPr algn="ctr">
              <a:defRPr sz="1800" b="1">
                <a:solidFill>
                  <a:srgbClr val="1677FF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677FF"/>
                </a:solidFill>
                <a:latin typeface="Consolas"/>
                <a:ea typeface="Consolas"/>
                <a:cs typeface="Consolas"/>
              </a:rPr>
              <a:t>nextId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11925F-05B3-450D-9D6F-F44A6897B7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62250"/>
            <a:ext cx="1619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placements'</a:t>
            </a:r>
          </a:p>
          <a:p xmlns:a="http://schemas.openxmlformats.org/drawingml/2006/main">
            <a:pPr algn="ctr">
              <a:defRPr sz="1800" b="1">
                <a:solidFill>
                  <a:srgbClr val="111827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111827"/>
                </a:solidFill>
                <a:latin typeface="Consolas"/>
                <a:ea typeface="Consolas"/>
                <a:cs typeface="Consolas"/>
              </a:rPr>
              <a:t>nextId'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E0C5C0-492F-42B9-A7F9-AD79BC4E8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429125"/>
            <a:ext cx="4762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87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オブジェクトそのものではなく、再生成可能な配置データを履歴として保持。</a:t>
            </a:r>
          </a:p>
        </p:txBody>
      </p:sp>
    </p:spTree>
    <p:extLst>
      <p:ext uri="{BB962C8B-B14F-4D97-AF65-F5344CB8AC3E}">
        <p14:creationId xmlns:p14="http://schemas.microsoft.com/office/powerpoint/2010/main" val="52473274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CE4F667-0248-44D8-9ECD-5FB96B788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JSON保存とステージ順管理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4F0DB5-3E51-46C3-BA63-D64DD599B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5749241-ADB3-4CAF-8162-AE090348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0F67BF-1E4A-4628-B738-D9CFAA7FB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76375"/>
            <a:ext cx="5619750" cy="3857625"/>
          </a:xfrm>
          <a:prstGeom xmlns:a="http://schemas.openxmlformats.org/drawingml/2006/main" prst="roundRect">
            <a:avLst>
              <a:gd name="adj" fmla="val 2963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9525">
            <a:solidFill>
              <a:srgbClr val="0F172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50A325-E0AC-4A1B-9326-48958940E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5238750" cy="3590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{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"version": 4,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"coordinate_system": "integer_3d_cursor",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"size": [100,100,20],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"placements": [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  { "item_id": 3, "position": [5,2,0] }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  ]</a:t>
            </a:r>
          </a:p>
          <a:p xmlns:a="http://schemas.openxmlformats.org/drawingml/2006/main">
            <a:pPr algn="l">
              <a:defRPr sz="1275" b="0">
                <a:solidFill>
                  <a:srgbClr val="D8E6FF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D8E6FF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76FFF-B047-4134-A79D-8B4A8777C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9050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51D25A-4099-4E07-80C9-1ED963D1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8097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既存ファイルを上書きしない固有名保存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1A3D1-6310-4C96-9912-F5C89AB02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76225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298151-9FDD-455B-A96D-1A385EA42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66700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位置・回転・拡縮・variantを永続化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A3147F5-6FD7-4A75-87D8-7B2426B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619500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702A64-84E1-4885-A25F-B8FE0358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24250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sequence.txtでステージ順を管理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BE5DE-AFC8-418A-BC07-8F80CF45D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762500"/>
            <a:ext cx="4572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編集結果をデータとして残し、ゲーム実行時に再利用できる。</a:t>
            </a:r>
          </a:p>
        </p:txBody>
      </p:sp>
    </p:spTree>
    <p:extLst>
      <p:ext uri="{BB962C8B-B14F-4D97-AF65-F5344CB8AC3E}">
        <p14:creationId xmlns:p14="http://schemas.microsoft.com/office/powerpoint/2010/main" val="3115101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4768AB3-335F-4EAA-B83F-56F99629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"/>
            <a:ext cx="10572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85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モード分離を土台にゲームへ接続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8D77EE-3071-44A1-BEB6-CBC9C3DD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38100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5B6472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5B647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2C2F3-5E45-4088-A3B4-C5DEC9FAD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990600"/>
            <a:ext cx="11391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97B62D-A5AE-4866-A700-043A4BC8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677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677FF"/>
                </a:solidFill>
                <a:latin typeface="Arial"/>
                <a:ea typeface="Arial"/>
                <a:cs typeface="Arial"/>
              </a:rPr>
              <a:t>EDITOR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83A934-4ACA-4EF1-9AEB-C5AD1636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4288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780954-2300-4ABE-BD62-158D74D0F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配置カーソルを表示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9E919CF-66A1-427A-9A24-ABB2C8A87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114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EDABBA-79D9-4680-A70B-01BD570A9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19425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編集入力を処理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078838-3882-4001-BEE0-8E0B1974F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800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D61BEE-DDF9-41B5-9E75-5F54C3DE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05225"/>
            <a:ext cx="3829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ファイル保存・読込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0DA06E-DE0B-4D74-98DE-BF1771A8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19250"/>
            <a:ext cx="4000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0A6A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A6A6"/>
                </a:solidFill>
                <a:latin typeface="Arial"/>
                <a:ea typeface="Arial"/>
                <a:cs typeface="Arial"/>
              </a:rPr>
              <a:t>GAMEPLAY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8F06AF-488B-40C1-849A-639C928DD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4288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332E27-017A-4237-9F58-76C50F478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3336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配置カーソルを非表示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12CA40-FE6C-426D-8612-8F7722C8E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146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76F8E-996B-4083-96F4-62B69BD3D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0194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編集入力を停止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FF89FF-F6D9-4713-848B-AAC09B1A8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00475"/>
            <a:ext cx="11430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77FF"/>
          </a:solidFill>
          <a:ln xmlns:a="http://schemas.openxmlformats.org/drawingml/2006/main" w="9525">
            <a:solidFill>
              <a:srgbClr val="1677F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45DE8-9AF3-4FA1-BF2B-A2920A70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705225"/>
            <a:ext cx="43053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1725" b="0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配置済みオブジェクトのみ描画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3437D0-5D53-4D19-9AD5-6228ABA9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238750"/>
            <a:ext cx="113919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defRPr>
            </a:pPr>
            <a:r>
              <a:rPr sz="2100" b="1">
                <a:solidFill>
                  <a:srgbClr val="111827"/>
                </a:solidFill>
                <a:latin typeface="Yu Gothic"/>
                <a:ea typeface="Yu Gothic"/>
                <a:cs typeface="Yu Gothic"/>
              </a:rPr>
              <a:t>次段階：配置データから当たり判定とギミック動作を生成し、編集→試遊を短い周期で回す。</a:t>
            </a:r>
          </a:p>
        </p:txBody>
      </p:sp>
    </p:spTree>
    <p:extLst>
      <p:ext uri="{BB962C8B-B14F-4D97-AF65-F5344CB8AC3E}">
        <p14:creationId xmlns:p14="http://schemas.microsoft.com/office/powerpoint/2010/main" val="13449343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2026-08-03T02:46:51.6490000Z</dcterms:created>
  <dcterms:modified xsi:type="dcterms:W3CDTF">2026-08-03T02:46:51.6490000Z</dcterms:modified>
</coreProperties>
</file>