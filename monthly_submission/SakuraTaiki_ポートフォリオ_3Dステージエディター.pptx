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cfda11fc074150" /><Relationship Type="http://schemas.openxmlformats.org/officeDocument/2006/relationships/extended-properties" Target="/docProps/app.xml" Id="R12b8e321a6e44dcc" /><Relationship Type="http://schemas.openxmlformats.org/officeDocument/2006/relationships/officeDocument" Target="/ppt/presentation.xml" Id="Rc3bafe7bfa674b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7046692e804237"/>
  </p:sldMasterIdLst>
  <p:notesMasterIdLst>
    <p:notesMasterId xmlns:r="http://schemas.openxmlformats.org/officeDocument/2006/relationships" r:id="R4c760ac622db473d"/>
  </p:notesMasterIdLst>
  <p:sldIdLst>
    <p:sldId xmlns:r="http://schemas.openxmlformats.org/officeDocument/2006/relationships" id="256" r:id="R559ce8edef474f27"/>
    <p:sldId xmlns:r="http://schemas.openxmlformats.org/officeDocument/2006/relationships" id="257" r:id="Rc0f5b895e39849d6"/>
    <p:sldId xmlns:r="http://schemas.openxmlformats.org/officeDocument/2006/relationships" id="258" r:id="R92a7cd51646e446e"/>
    <p:sldId xmlns:r="http://schemas.openxmlformats.org/officeDocument/2006/relationships" id="259" r:id="Raea3032be1924f71"/>
    <p:sldId xmlns:r="http://schemas.openxmlformats.org/officeDocument/2006/relationships" id="260" r:id="R09d2772e54124672"/>
    <p:sldId xmlns:r="http://schemas.openxmlformats.org/officeDocument/2006/relationships" id="261" r:id="Rca6efff776234a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701a10fda0447d" /><Relationship Type="http://schemas.openxmlformats.org/officeDocument/2006/relationships/slideMaster" Target="/ppt/slideMasters/slideMaster1.xml" Id="R5b7046692e804237" /><Relationship Type="http://schemas.openxmlformats.org/officeDocument/2006/relationships/notesMaster" Target="/ppt/notesMasters/notesMaster1.xml" Id="R4c760ac622db473d" /><Relationship Type="http://schemas.openxmlformats.org/officeDocument/2006/relationships/presProps" Target="/ppt/presProps.xml" Id="Rf96b0478b0524226" /><Relationship Type="http://schemas.openxmlformats.org/officeDocument/2006/relationships/tableStyles" Target="/ppt/tableStyles.xml" Id="R2042389f921e4407" /><Relationship Type="http://schemas.openxmlformats.org/officeDocument/2006/relationships/slide" Target="/ppt/slides/slide1.xml" Id="R559ce8edef474f27" /><Relationship Type="http://schemas.openxmlformats.org/officeDocument/2006/relationships/slide" Target="/ppt/slides/slide2.xml" Id="Rc0f5b895e39849d6" /><Relationship Type="http://schemas.openxmlformats.org/officeDocument/2006/relationships/slide" Target="/ppt/slides/slide3.xml" Id="R92a7cd51646e446e" /><Relationship Type="http://schemas.openxmlformats.org/officeDocument/2006/relationships/slide" Target="/ppt/slides/slide4.xml" Id="Raea3032be1924f71" /><Relationship Type="http://schemas.openxmlformats.org/officeDocument/2006/relationships/slide" Target="/ppt/slides/slide5.xml" Id="R09d2772e54124672" /><Relationship Type="http://schemas.openxmlformats.org/officeDocument/2006/relationships/slide" Target="/ppt/slides/slide6.xml" Id="Rca6efff776234a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b792b4ac9c42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896f842f3346a0" /><Relationship Type="http://schemas.openxmlformats.org/officeDocument/2006/relationships/notesMaster" Target="/ppt/notesMasters/notesMaster1.xml" Id="Rfe98b735112349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9b8a731f40484b" /><Relationship Type="http://schemas.openxmlformats.org/officeDocument/2006/relationships/notesMaster" Target="/ppt/notesMasters/notesMaster1.xml" Id="Ra9d9089aeaae4c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9a7f84852245bf" /><Relationship Type="http://schemas.openxmlformats.org/officeDocument/2006/relationships/notesMaster" Target="/ppt/notesMasters/notesMaster1.xml" Id="R9af795b634a243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68faa3623e4131" /><Relationship Type="http://schemas.openxmlformats.org/officeDocument/2006/relationships/notesMaster" Target="/ppt/notesMasters/notesMaster1.xml" Id="R607394c90ecf45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95ebc78e7c4cb0" /><Relationship Type="http://schemas.openxmlformats.org/officeDocument/2006/relationships/notesMaster" Target="/ppt/notesMasters/notesMaster1.xml" Id="Rc845e3422a6342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ea0e94aa2c48f5" /><Relationship Type="http://schemas.openxmlformats.org/officeDocument/2006/relationships/notesMaster" Target="/ppt/notesMasters/notesMaster1.xml" Id="R49eb955e2da548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source code and gameplay capture.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source code and gameplay capture.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source code and gameplay capture.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source code and gameplay capture.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source code and gameplay capture.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source code and gameplay capture.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78624b819540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c23eaed6a54e0c" /><Relationship Type="http://schemas.openxmlformats.org/officeDocument/2006/relationships/slideLayout" Target="/ppt/slideLayouts/slideLayout1.xml" Id="R69eafe1eb3de4c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eafe1eb3de4c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6a5aef8654f3a" /><Relationship Type="http://schemas.openxmlformats.org/officeDocument/2006/relationships/image" Target="/ppt/media/image.png" Id="Ra530e0714bc84445" /><Relationship Type="http://schemas.openxmlformats.org/officeDocument/2006/relationships/notesSlide" Target="/ppt/notesSlides/notesSlide1.xml" Id="Rd4c4768612844f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479b720ce451c" /><Relationship Type="http://schemas.openxmlformats.org/officeDocument/2006/relationships/image" Target="/ppt/media/image2.png" Id="R2300707161b24902" /><Relationship Type="http://schemas.openxmlformats.org/officeDocument/2006/relationships/notesSlide" Target="/ppt/notesSlides/notesSlide2.xml" Id="Rf12c88bbdead40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3ae1b083145fc" /><Relationship Type="http://schemas.openxmlformats.org/officeDocument/2006/relationships/notesSlide" Target="/ppt/notesSlides/notesSlide3.xml" Id="R3eb39f565fab4c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ec678fb8945e0" /><Relationship Type="http://schemas.openxmlformats.org/officeDocument/2006/relationships/image" Target="/ppt/media/image3.png" Id="R4f3754aaa2514f25" /><Relationship Type="http://schemas.openxmlformats.org/officeDocument/2006/relationships/notesSlide" Target="/ppt/notesSlides/notesSlide4.xml" Id="R2284decf09a64b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ec66cf12142c4" /><Relationship Type="http://schemas.openxmlformats.org/officeDocument/2006/relationships/notesSlide" Target="/ppt/notesSlides/notesSlide5.xml" Id="Ra0d144ff7c5843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e4bc944d24e52" /><Relationship Type="http://schemas.openxmlformats.org/officeDocument/2006/relationships/notesSlide" Target="/ppt/notesSlides/notesSlide6.xml" Id="R458323d38d3a42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1913D-8EBF-4CB5-B111-4D802D55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PORTFOLIO /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BA839-2C48-4943-86C4-6FBAC9A2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3D Stage Editor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14724-B605-4144-B52C-F504717B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0"/>
            <a:ext cx="5429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757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ゲーム内で配置からステージ構築まで完結する</a:t>
            </a:r>
          </a:p>
          <a:p xmlns:a="http://schemas.openxmlformats.org/drawingml/2006/main">
            <a:pPr algn="l">
              <a:defRPr sz="2025" b="0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自作3Dレベルエディター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30e0714bc84445"/>
          <a:srcRect xmlns:a="http://schemas.openxmlformats.org/drawingml/2006/main" l="24905" t="0" r="249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666750"/>
            <a:ext cx="5124450" cy="5381625"/>
          </a:xfrm>
          <a:prstGeom xmlns:a="http://schemas.openxmlformats.org/drawingml/2006/main" prst="roundRect">
            <a:avLst>
              <a:gd name="adj" fmla="val 223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0A726-1699-48A3-9FFC-63D45EB3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102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Sakura Taiki  |  C++ / DirectX 12 / ImGui</a:t>
            </a:r>
          </a:p>
        </p:txBody>
      </p:sp>
    </p:spTree>
    <p:extLst>
      <p:ext uri="{BB962C8B-B14F-4D97-AF65-F5344CB8AC3E}">
        <p14:creationId xmlns:p14="http://schemas.microsoft.com/office/powerpoint/2010/main" val="6005530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7BF2DA-457A-4CFD-A225-C39A4ECC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配置作業をゲーム画面の中で完結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A6161-7F20-4201-BE4C-9315AE62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81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E42B8-F8F3-4185-B410-1C85C892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D2D27-9848-4C35-9048-91920822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677FF"/>
                </a:solidFill>
                <a:latin typeface="Yu Gothic"/>
                <a:ea typeface="Yu Gothic"/>
                <a:cs typeface="Yu Gothic"/>
              </a:rPr>
              <a:t>狙い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D8463-6EA4-44E6-B7C2-7D18AAF5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4857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364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コードを書き換えず、画面を見ながら</a:t>
            </a:r>
          </a:p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ブロックやギミックを組み合わせる。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B6410-E7E8-4DDE-908A-51D1FD61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6CDCF-61F9-45C4-8F5A-53A2D680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整数座標の3Dカーソルで位置を指定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73B23-C329-4024-BB05-7080866C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D7047-B87F-4CCA-B1E5-FC3D6BE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選択中オブジェクトを半透明でプレビュー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9F93A-C3F9-43BD-83BE-C86FCDBA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4C6217-1BDC-4E78-A029-17859E7A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配置結果を即座に画面へ反映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00707161b24902"/>
          <a:srcRect xmlns:a="http://schemas.openxmlformats.org/drawingml/2006/main" l="15908" t="0" r="159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1428750"/>
            <a:ext cx="579120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</p:spTree>
    <p:extLst>
      <p:ext uri="{BB962C8B-B14F-4D97-AF65-F5344CB8AC3E}">
        <p14:creationId xmlns:p14="http://schemas.microsoft.com/office/powerpoint/2010/main" val="15312512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7D8BD7-41E5-47BF-8732-7CF3AD27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27種類を4カテゴリから選択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FF134-6B02-4D0F-812D-2689C130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81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C519E-A22F-4BDB-BD3F-86934E0F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26E98-3460-485E-823B-6B707C9B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3524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954AD-AA1F-4FDF-9342-7F73F90A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BASIC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568FC-C434-49DD-BE8F-BD0F51A0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Ground / Wall / Brick</a:t>
            </a:r>
          </a:p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Ice / Moving / Timed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C5A67-712F-46F9-ABF6-ABFE2BC6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基礎形状を素早く構築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AE0FF-D6A7-4A28-BB85-746E9FE4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571625"/>
            <a:ext cx="3524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D0534-B74A-4385-98C6-67378315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97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GIMMICK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DA4C4-5A66-4D3D-94D2-3DDB7EEA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Star / Door / Switch</a:t>
            </a:r>
          </a:p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Goal / Ladder / Spike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2E79EB-EDFC-49D5-A09D-0545526D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910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遊びを生む機能を配置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500B6-F1FE-4DF1-839A-CB2A3E34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71625"/>
            <a:ext cx="3524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142999-5753-4B39-8B7F-C3ACE479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ENEMY &amp;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11FBE5-815A-4D8A-A768-3648E7F6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38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Walker / Flyer / Chaser</a:t>
            </a:r>
          </a:p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Player Start / Checkpoint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16D95-335E-4FBD-A946-C4409384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ゲーム開始条件まで定義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DB32DC-5888-44A1-BAEF-BFE2C22D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選択した種類ごとに、初期サイズ・色・専用パラメータを自動設定</a:t>
            </a:r>
          </a:p>
        </p:txBody>
      </p:sp>
    </p:spTree>
    <p:extLst>
      <p:ext uri="{BB962C8B-B14F-4D97-AF65-F5344CB8AC3E}">
        <p14:creationId xmlns:p14="http://schemas.microsoft.com/office/powerpoint/2010/main" val="13592504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947915-C7D1-45F7-A798-44D67215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選ぶ → 動かす → 置く → 戻す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C4C46-F15B-4BD2-A57D-EDB6F158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81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0EF75-91FE-45A7-902B-4B428852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F63A3-00F9-46C9-9852-3854DA12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127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B7CD0-E4CA-4F4C-860D-7080DDA4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74122-A76C-4AA9-8B9B-81AE317B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パレットから種類を選択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AD50C-688A-4823-8984-7145A090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9526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8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0B6D6-00AB-4ED7-9970-9B72441C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6687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127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16461-0984-4478-A625-DAE08892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336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0FC845-3E6F-47FE-823A-8735CC31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5750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WASD / Q・Eで3D移動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9DAF6-1DD9-488F-A569-F0263C15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19526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8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BF08F9-F749-47FD-9CC2-12B2B9FF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6687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127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57186-26CB-4F54-B9E6-39FE0B02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336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PLACE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D0317E-2375-43D0-B841-D6B9A50C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5750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Enterで配置、Rで90°回転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33516D-00E6-41CA-9491-4A73B80B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9526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8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D3CD1B-015D-4C2C-AE9A-E374E178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6687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127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DB8188-4920-43E9-9086-407C60A6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336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EDIT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2F08C4-CC49-4CAD-93F9-338787DD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5750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削除・Undo・Redoで調整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754aaa2514f25"/>
          <a:srcRect xmlns:a="http://schemas.openxmlformats.org/drawingml/2006/main" l="0" t="33344" r="0" b="333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4095750"/>
            <a:ext cx="11391900" cy="200025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</p:spTree>
    <p:extLst>
      <p:ext uri="{BB962C8B-B14F-4D97-AF65-F5344CB8AC3E}">
        <p14:creationId xmlns:p14="http://schemas.microsoft.com/office/powerpoint/2010/main" val="12930274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991F01-DA9C-4479-BB98-B5166B5E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制作を壊さないための設計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D6A7C-459C-4194-A99D-7E3B6587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81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A791D-5097-46CC-8E52-E6FBB140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D9849-B2F0-4865-AD98-6C5BE4CB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EDITOR / GAMEPLAY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E0801-9743-4207-B3DB-4A463C52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287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モードを分離し、プレイ中は配置カーソルと編集入力を停止。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D4E0D-152C-446A-AAE0-F00571CF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02E17-59E6-41A9-91C0-114BF717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NON-DESTRUCTIVE SAVE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D8665-1DEB-40E9-B998-EACE5A60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05125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保存時は既存ファイルを上書きせず、固有名のJSONを生成。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3BE67-AD5A-4A4E-A8D9-EE51CF62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2AE71-2FCC-4CEA-A079-EE01938E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291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SNAPSHOT 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F7808-975B-430C-85AF-6BA5FB2D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8150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配置配列と次IDをスナップショット化し、最大100手のUndoに対応。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19EA7-1288-4C1D-AC27-AB3D2D1C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117154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7D6079-48D4-4A2A-B52F-21081E4E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実装済みの基盤を、遊べるステージへ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3D220-70E6-48E2-8B59-B6CEF0A6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81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562BC-D47E-48D2-8933-152E7EB1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39D83-C306-4EEE-A934-8D550E98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7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677FF"/>
                </a:solidFill>
                <a:latin typeface="Yu Gothic"/>
                <a:ea typeface="Yu Gothic"/>
                <a:cs typeface="Yu Gothic"/>
              </a:rPr>
              <a:t>実装済み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D054A-7F7A-4120-805B-F753A62D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514A8-AC48-49DB-A320-74B51003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複数種類の3D配置・回転・削除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C1CA1E-3469-4D18-B7A5-08E0A554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0BD15-6033-4F1E-B720-EA772BB0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90825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Undo / RedoとJSON保存・読込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F6925-F8AE-4C85-8250-4EAC644F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290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FAEFB-6AD9-4D02-BF07-ABC90B56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ステージ順を管理するプレイリスト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8E012-FB26-455F-8B70-0AA8E764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4A5038-543C-4091-A093-EC4DFD75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7D026F-0AC0-4497-ABE9-3D9D7F0E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47875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自機とブロックの当たり判定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E9CA46-E9AB-45FD-AA74-99D3F9C7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860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D7E6E6-AEB9-4710-BAB0-F1E068A2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90825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配置データからゲームルールを生成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29F954-2DC0-4412-9CC0-2D5BCDD7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290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3C0064-5358-4B23-B2D4-AB776DFC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33775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エディターと実プレイの往復検証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A0DF9F-6191-4DBE-82E5-978344C2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短い試行錯誤で、ステージの面白さを検証できる制作環境を目指す。</a:t>
            </a:r>
          </a:p>
        </p:txBody>
      </p:sp>
    </p:spTree>
    <p:extLst>
      <p:ext uri="{BB962C8B-B14F-4D97-AF65-F5344CB8AC3E}">
        <p14:creationId xmlns:p14="http://schemas.microsoft.com/office/powerpoint/2010/main" val="5927639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2026-08-03T02:46:52.1290000Z</dcterms:created>
  <dcterms:modified xsi:type="dcterms:W3CDTF">2026-08-03T02:46:52.1290000Z</dcterms:modified>
</coreProperties>
</file>