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d3715a309b403f" /><Relationship Type="http://schemas.openxmlformats.org/officeDocument/2006/relationships/extended-properties" Target="/docProps/app.xml" Id="R86431940592a4071" /><Relationship Type="http://schemas.openxmlformats.org/officeDocument/2006/relationships/officeDocument" Target="/ppt/presentation.xml" Id="R1c0a7414002b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4bf5b27ab463a"/>
  </p:sldMasterIdLst>
  <p:notesMasterIdLst>
    <p:notesMasterId xmlns:r="http://schemas.openxmlformats.org/officeDocument/2006/relationships" r:id="R21c3386ce9d64f59"/>
  </p:notesMasterIdLst>
  <p:sldIdLst>
    <p:sldId xmlns:r="http://schemas.openxmlformats.org/officeDocument/2006/relationships" id="256" r:id="R1e7594ceb67f4440"/>
    <p:sldId xmlns:r="http://schemas.openxmlformats.org/officeDocument/2006/relationships" id="257" r:id="R83076e2c4f104119"/>
    <p:sldId xmlns:r="http://schemas.openxmlformats.org/officeDocument/2006/relationships" id="258" r:id="R1f48f896de3647f6"/>
    <p:sldId xmlns:r="http://schemas.openxmlformats.org/officeDocument/2006/relationships" id="259" r:id="R504c691003bf4bfc"/>
    <p:sldId xmlns:r="http://schemas.openxmlformats.org/officeDocument/2006/relationships" id="260" r:id="R7d00ed80874748ce"/>
    <p:sldId xmlns:r="http://schemas.openxmlformats.org/officeDocument/2006/relationships" id="261" r:id="Rd4b1ec8a81114e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c2439b7b274996" /><Relationship Type="http://schemas.openxmlformats.org/officeDocument/2006/relationships/slideMaster" Target="/ppt/slideMasters/slideMaster1.xml" Id="Rb434bf5b27ab463a" /><Relationship Type="http://schemas.openxmlformats.org/officeDocument/2006/relationships/notesMaster" Target="/ppt/notesMasters/notesMaster1.xml" Id="R21c3386ce9d64f59" /><Relationship Type="http://schemas.openxmlformats.org/officeDocument/2006/relationships/presProps" Target="/ppt/presProps.xml" Id="R66b6b295eea5431a" /><Relationship Type="http://schemas.openxmlformats.org/officeDocument/2006/relationships/tableStyles" Target="/ppt/tableStyles.xml" Id="Re729ffa64aa74dbd" /><Relationship Type="http://schemas.openxmlformats.org/officeDocument/2006/relationships/slide" Target="/ppt/slides/slide1.xml" Id="R1e7594ceb67f4440" /><Relationship Type="http://schemas.openxmlformats.org/officeDocument/2006/relationships/slide" Target="/ppt/slides/slide2.xml" Id="R83076e2c4f104119" /><Relationship Type="http://schemas.openxmlformats.org/officeDocument/2006/relationships/slide" Target="/ppt/slides/slide3.xml" Id="R1f48f896de3647f6" /><Relationship Type="http://schemas.openxmlformats.org/officeDocument/2006/relationships/slide" Target="/ppt/slides/slide4.xml" Id="R504c691003bf4bfc" /><Relationship Type="http://schemas.openxmlformats.org/officeDocument/2006/relationships/slide" Target="/ppt/slides/slide5.xml" Id="R7d00ed80874748ce" /><Relationship Type="http://schemas.openxmlformats.org/officeDocument/2006/relationships/slide" Target="/ppt/slides/slide6.xml" Id="Rd4b1ec8a8111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e0dd1742f49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1b44d40ab84489" /><Relationship Type="http://schemas.openxmlformats.org/officeDocument/2006/relationships/notesMaster" Target="/ppt/notesMasters/notesMaster1.xml" Id="Rdbf9b88a36bf41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befb3bbec42e0" /><Relationship Type="http://schemas.openxmlformats.org/officeDocument/2006/relationships/notesMaster" Target="/ppt/notesMasters/notesMaster1.xml" Id="R4132586a5d9d4d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40b973acf45e2" /><Relationship Type="http://schemas.openxmlformats.org/officeDocument/2006/relationships/notesMaster" Target="/ppt/notesMasters/notesMaster1.xml" Id="R319ae2d0936642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984547877543fa" /><Relationship Type="http://schemas.openxmlformats.org/officeDocument/2006/relationships/notesMaster" Target="/ppt/notesMasters/notesMaster1.xml" Id="R5d93f514839a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df976819464548" /><Relationship Type="http://schemas.openxmlformats.org/officeDocument/2006/relationships/notesMaster" Target="/ppt/notesMasters/notesMaster1.xml" Id="Ree24022501804e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03cadae79e40b5" /><Relationship Type="http://schemas.openxmlformats.org/officeDocument/2006/relationships/notesMaster" Target="/ppt/notesMasters/notesMaster1.xml" Id="Rad150833f0f7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1bb148931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350baccb04730" /><Relationship Type="http://schemas.openxmlformats.org/officeDocument/2006/relationships/slideLayout" Target="/ppt/slideLayouts/slideLayout1.xml" Id="R47a670dba1b845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670dba1b845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d8eba5f054604" /><Relationship Type="http://schemas.openxmlformats.org/officeDocument/2006/relationships/notesSlide" Target="/ppt/notesSlides/notesSlide1.xml" Id="Ra16ca9f3a4a4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226ba2a7945ae" /><Relationship Type="http://schemas.openxmlformats.org/officeDocument/2006/relationships/notesSlide" Target="/ppt/notesSlides/notesSlide2.xml" Id="R289beb0bf72a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fce7c31514556" /><Relationship Type="http://schemas.openxmlformats.org/officeDocument/2006/relationships/notesSlide" Target="/ppt/notesSlides/notesSlide3.xml" Id="Re4c302209e914a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f0190f1cf486d" /><Relationship Type="http://schemas.openxmlformats.org/officeDocument/2006/relationships/notesSlide" Target="/ppt/notesSlides/notesSlide4.xml" Id="R92b24392f988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ad116b2854a8a" /><Relationship Type="http://schemas.openxmlformats.org/officeDocument/2006/relationships/notesSlide" Target="/ppt/notesSlides/notesSlide5.xml" Id="R285abc506eb147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0a1ee2c945a0" /><Relationship Type="http://schemas.openxmlformats.org/officeDocument/2006/relationships/notesSlide" Target="/ppt/notesSlides/notesSlide6.xml" Id="Rf239a3c120114b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CC132-2B02-4E4C-806C-C7F34A14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PORTFOLIO / TOOL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30988-D151-4664-A982-44218D92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885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TL1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7CE00-6B42-4C16-AEF5-43BE6301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04775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Blenderと自作エンジンをつなぐ
レベル制作ツール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ED76C-DD05-49F6-B98B-9826FA5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29250"/>
            <a:ext cx="904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配置・当たり判定・ホットリロードを一つの制作フローへ</a:t>
            </a:r>
          </a:p>
        </p:txBody>
      </p:sp>
    </p:spTree>
    <p:extLst>
      <p:ext uri="{BB962C8B-B14F-4D97-AF65-F5344CB8AC3E}">
        <p14:creationId xmlns:p14="http://schemas.microsoft.com/office/powerpoint/2010/main" val="1119547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2B5F6-430C-4E50-99EF-11D0357C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ゲームを止めずに、配置から検証まで進められる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1CA2E-0524-45C8-93E7-9A1FA87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066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Blenderで作ったレベルデータを、自作エンジン上でそのまま確認できる制作基盤です。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B864B-C843-4398-B732-8FB258D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476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5F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5831F-A39C-45EB-9C29-0757652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3476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5F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84056-BB26-4960-B2EF-38D5B794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476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5F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D650-73B7-4909-84D5-69228778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762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2E8B1-9043-4266-B450-5AF513B1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ローダーと配置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52289-D089-4522-9983-9EA35A84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762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複数種類のOBJを読み込み、位置・回転・拡縮を再現。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4C95D-AC00-43C0-94A5-BE937B8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43175"/>
            <a:ext cx="762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23419-64D2-4893-9203-DFC7B5D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Collider判定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9F526-E766-4EE7-8E8D-9EA3BF06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2762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BoxColliderをゲーム側へ渡し、OBB同士で衝突判定。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32F1E-0D93-4440-A4DB-542BC6EC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43175"/>
            <a:ext cx="762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2F5AB-BEC4-4473-8DA2-B4D63C7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ホットリロード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89864-185B-4AA8-A8C9-26C17EDE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762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JSON更新を検知し、起動中のゲームへ自動反映。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E2855-181E-4AA4-BCDA-D858822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7629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9622C-140D-4549-A4E1-9877248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複数OBJの配置情報をゲーム側で再現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2C5D4-50C7-4FED-A592-BD90C90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50958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Blenderから出力したTask.jsonを読み込み、モデルごとのTransformを自作エンジンへ変換します。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B2046-4CAF-4198-BEB9-1DDC672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対応する情報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2858C-E964-475F-931A-32C07C7D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4762500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・複数種類のOBJモデル
・位置 / 回転 / 拡縮
・親子階層と表示状態
・Blender座標系からの変換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AD23-FC4F-4153-A840-156F7A10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43000"/>
            <a:ext cx="574357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118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40D8F-2584-4585-9CD1-2C932BFC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CC4FF"/>
                </a:solidFill>
                <a:latin typeface="Yu Gothic"/>
                <a:ea typeface="Yu Gothic"/>
                <a:cs typeface="Yu Gothic"/>
              </a:defRPr>
            </a:pPr>
            <a:r>
              <a:t>Task.json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9CDC8-C349-4CAF-B849-9B7EC45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953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E8EEF5"/>
                </a:solidFill>
                <a:latin typeface="Yu Gothic"/>
                <a:ea typeface="Yu Gothic"/>
                <a:cs typeface="Yu Gothic"/>
              </a:defRPr>
            </a:pPr>
            <a:r>
              <a:t>{
  "name": "bunny",
  "file_name": "bunny.obj",
  "transform": {
    "translation": [4.12, 0.0, 0.0],
    "rotation": [-180.0, 0.0, 180.0],
    "scaling": [1.0, 2.57, 1.0]
  }
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9230F-FE83-4A1E-912D-072B5B5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28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モデルと配置をデータ駆動にすることで、ゲームコードを変更せずレベルを更新できます。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7D0A3-5501-4C54-A8B7-2223725B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6356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7F28F-FE81-4EAB-AED5-46A88C35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BoxColliderをゲームの衝突判定へ接続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7B670-4036-4363-89D8-856C736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配置データに含まれるColliderを読み込み、回転とスケールを考慮したOBB判定を毎フレーム実行します。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972B8-0CA0-40EB-8895-0F0C1F4B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429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5F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CF060-DAA2-4BE3-906B-69DBEC5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5429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5F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C1289-D547-43D5-AFD1-B6876CDB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1A366"/>
                </a:solidFill>
                <a:latin typeface="Yu Gothic"/>
                <a:ea typeface="Yu Gothic"/>
                <a:cs typeface="Yu Gothic"/>
              </a:defRPr>
            </a:pPr>
            <a:r>
              <a:t>非接触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761C-9240-4DEE-95B9-18BCC330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1A3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5FF8F-306F-41DC-9086-CEBF31B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90875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1A3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8F100-7BD1-47E6-8F77-3C5E1921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67250"/>
            <a:ext cx="3714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緑の枠で状態を確認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DC11B-41CA-477E-89C3-B99C036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336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E5484D"/>
                </a:solidFill>
                <a:latin typeface="Yu Gothic"/>
                <a:ea typeface="Yu Gothic"/>
                <a:cs typeface="Yu Gothic"/>
              </a:defRPr>
            </a:pPr>
            <a:r>
              <a:t>衝突中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7D83C-5E06-4A5E-8D92-751BC5E5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E54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588C7-C9F5-45B7-9B74-C5EED4A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E54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CC0DE-EF8A-4EDE-9892-AB25055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赤い枠とCollision: HITで通知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F3D51-0FF5-41DF-9BC8-E7F9923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28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EditorMode / GamePlayModeの両方で、当たり判定を視覚的にデバッグできます。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40958-0A26-4CAC-9716-0B129D8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8129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38985-E52F-4610-9EDD-48AF3D1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変更結果を、再起動なしで即座に検証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8989B-A591-444C-ACE9-40B04DE5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Task.json更新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DA8E4-7FDA-46EC-84A1-17BC0A3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変更検知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A505B-D73C-4B78-A901-00817A2B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ゲームへ反映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57200" y="3048000"/>
            <a:ext cx="10382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2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D8CBF-33F7-4587-8280-0ED454A2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AB726-B012-4005-B74D-36DB243F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F0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0FEFE-8CA3-416F-BE48-EE5D9DF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958EC-5BC7-4767-9697-82939AE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Blender側で配置やColliderを編集してJSONを書き出す。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6F497-BB58-4459-BA2F-F0B2E7BF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143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更新時刻を監視。書き込み完了を待ち、失敗時は再試行。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CF94A-8A3F-4AE5-9CB3-30B47B94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143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レベルを再読み込みし、配置・Colliderを起動中に更新。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6C75D-1FB2-4848-9B6E-CA3916B8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477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編集 → 出力 → 確認の待ち時間を減らし、調整の反復速度を高めます。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4A827-8EB1-4359-85D1-BA452009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613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045A9-A111-4927-AA5B-8052BD3D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3CBE3-124F-4E00-A187-94426A33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9525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171A20"/>
                </a:solidFill>
                <a:latin typeface="Yu Gothic"/>
                <a:ea typeface="Yu Gothic"/>
                <a:cs typeface="Yu Gothic"/>
              </a:defRPr>
            </a:pPr>
            <a:r>
              <a:t>レベル制作を
一つの流れに統合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9B9EE-67AC-463C-AC8A-FC0C30F1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61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0EB7-4A9B-4A43-AC89-32C30D33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COLLIDE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42E14-D699-41E1-8C07-E9619E7F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95875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878F0"/>
                </a:solidFill>
                <a:latin typeface="Yu Gothic"/>
                <a:ea typeface="Yu Gothic"/>
                <a:cs typeface="Yu Gothic"/>
              </a:defRPr>
            </a:pPr>
            <a:r>
              <a:t>RELOAD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66C37-F75E-4396-BE6D-824AC458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477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Blenderをレベルエディタとして活用し、自作エンジンで結果をすぐ検証できるツールを実装しました。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BFCB6-A784-40E2-90BD-232CFAD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311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2026-07-23T02:02:19.0770000Z</dcterms:created>
  <dcterms:modified xsi:type="dcterms:W3CDTF">2026-07-23T02:02:19.0770000Z</dcterms:modified>
</coreProperties>
</file>